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49A98-82AD-4EFD-A197-C8B09C5C6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A16CAB-ED8F-41E1-BAEF-92692D032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8F1F5-AA4A-4867-828E-A98CC548D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9E9-1CD8-4237-BAC9-39BDF1213EF4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D7B0D-55A3-401C-8F90-357B2CDD8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FB722-8651-4AAE-A545-7A9BF646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9C55-E4D5-4017-87E9-D59433AC8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48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A5402-5F95-4050-82BD-10467D768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D7CA-42BA-4EB6-BC22-17DA0CFC0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590AC-1834-486C-88AA-27FC13948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9E9-1CD8-4237-BAC9-39BDF1213EF4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DC119-8E55-4DC3-953D-CA1D95E05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34B9F-0BAC-48F0-BF52-3C8CF2C0F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9C55-E4D5-4017-87E9-D59433AC8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726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86C0-2C7C-455B-B83C-4673AFEC2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B7961-B3AE-4EC5-B8AC-ECB6A0EC0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EF945-15A9-497E-802C-76092D04C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9E9-1CD8-4237-BAC9-39BDF1213EF4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A1FF4-0348-4869-95BC-A3897CBEF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0D05D-E7D2-4EA5-8E13-A43DAC32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9C55-E4D5-4017-87E9-D59433AC8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83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10C47-7B58-4235-AF1C-A562018C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0F91D-13AF-48EF-BADF-7C1C93688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DC490-7B29-4D6D-9DBA-E34EFB153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11478-6A82-4B72-A4F3-28A3FE30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9E9-1CD8-4237-BAC9-39BDF1213EF4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E4236-1AB1-4738-8944-A381095D4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6DD88-4182-4CBA-9919-71B3B44B1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9C55-E4D5-4017-87E9-D59433AC8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81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97D1D-0A21-4BCE-96B5-AA071FD22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BB55D-7133-4C61-8D7A-403AD6E4F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85445-82C2-4BCD-8678-3B375F1C4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DCB2C5-F496-4081-A3CA-A881EF72E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71205B-757D-442F-8F13-E34887E5E9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673D6C-43B3-4D80-A77C-960EE541E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9E9-1CD8-4237-BAC9-39BDF1213EF4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EBDD4-B566-4435-819C-8F067F016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6FEF04-05CA-4546-9BE5-86749124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9C55-E4D5-4017-87E9-D59433AC8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2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EBC8-82EF-4455-8F08-315780480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3E651C-F651-4D63-920F-D1E85EE4C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9E9-1CD8-4237-BAC9-39BDF1213EF4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BF9F1-B1FF-4050-A17B-4FB80DD20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AFBA1E-3EE4-4575-951A-CCAD2FB86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9C55-E4D5-4017-87E9-D59433AC8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08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D6A29-3A6B-42E2-8A50-038915C6A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9E9-1CD8-4237-BAC9-39BDF1213EF4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6DFFFA-98DB-43FB-9779-C213DC3EA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7A808-23AE-46D9-A053-AFB37EC5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9C55-E4D5-4017-87E9-D59433AC8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09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50914-4820-4A54-8ADC-45A3784CB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33E17-BD8F-4F69-8506-4EECD6315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D57A74-263E-4F51-B4D8-66ACC7DC7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B3B27-546C-4F30-A949-E87607156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9E9-1CD8-4237-BAC9-39BDF1213EF4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95BAA-3365-48BF-ABC7-838A5B521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01E74-194C-4B0C-B64C-778463097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9C55-E4D5-4017-87E9-D59433AC8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7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2A618-5FD9-4B54-8972-C06B69C19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1DCA1A-227C-46E6-B364-F93066C0F0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32C83-B4E3-4BD7-BE24-4B5AC2588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213D4-B4ED-456B-AFE0-1771FC2EC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9E9-1CD8-4237-BAC9-39BDF1213EF4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3006D-F0DA-412D-8B48-73B8E325D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3F086-147B-4EFE-B3A2-AE61CC942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9C55-E4D5-4017-87E9-D59433AC8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578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C1823-B34D-42D0-A6FA-2415901F5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EDB34D-6A95-4F85-889D-5A075D740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94481-13C9-4F6E-BD0F-A8A32C3B6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9E9-1CD8-4237-BAC9-39BDF1213EF4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2E0B2-CAA3-429A-A7CA-1FEC84A1E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9EE7A-ABF4-4E17-9F00-10272AD4E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9C55-E4D5-4017-87E9-D59433AC8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37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507D4D-C460-4378-BCD6-5A4FBA4850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519B0-04C7-46D9-82C7-B01B1F1E3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19AA7-0AF8-4971-B6E8-E3952B258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9E9-1CD8-4237-BAC9-39BDF1213EF4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FD4F6-D3FE-4F0B-8E79-B57CA5DA7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AAD43-0ECB-4B99-B6F3-65BB72C9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9C55-E4D5-4017-87E9-D59433AC8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344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1437CE-E84B-4659-B530-53EFDF6E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0F108-0C80-449D-9476-8F9BF2360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3AA42-FEC1-4664-82D8-E12B4D537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EF9E9-1CD8-4237-BAC9-39BDF1213EF4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930FE-8346-4C77-961A-87D220427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AAE4B-9311-4913-A752-4AA623471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99C55-E4D5-4017-87E9-D59433AC8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81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7D61DC-457C-47E5-B539-5577C6BE4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41" y="2767106"/>
            <a:ext cx="2880828" cy="3071906"/>
          </a:xfrm>
        </p:spPr>
        <p:txBody>
          <a:bodyPr anchor="t">
            <a:normAutofit/>
          </a:bodyPr>
          <a:lstStyle/>
          <a:p>
            <a:pPr algn="l"/>
            <a:r>
              <a:rPr lang="pt-BR" sz="4000" u="sng">
                <a:solidFill>
                  <a:srgbClr val="FFFFFF"/>
                </a:solidFill>
              </a:rPr>
              <a:t>Frente da Casa</a:t>
            </a:r>
            <a:endParaRPr lang="en-US" sz="4000" u="sng">
              <a:solidFill>
                <a:srgbClr val="FFFFFF"/>
              </a:solidFill>
            </a:endParaRPr>
          </a:p>
        </p:txBody>
      </p:sp>
      <p:pic>
        <p:nvPicPr>
          <p:cNvPr id="5" name="Picture 4" descr="A black and white box&#10;&#10;Description automatically generated">
            <a:extLst>
              <a:ext uri="{FF2B5EF4-FFF2-40B4-BE49-F238E27FC236}">
                <a16:creationId xmlns:a16="http://schemas.microsoft.com/office/drawing/2014/main" id="{9E265960-F122-493A-A0CF-6C0A28532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710313"/>
            <a:ext cx="7225748" cy="5437374"/>
          </a:xfrm>
          <a:prstGeom prst="rect">
            <a:avLst/>
          </a:prstGeom>
        </p:spPr>
      </p:pic>
      <p:sp>
        <p:nvSpPr>
          <p:cNvPr id="6" name="TextBox 5">
            <a:hlinkClick r:id="rId3" action="ppaction://hlinksldjump"/>
            <a:extLst>
              <a:ext uri="{FF2B5EF4-FFF2-40B4-BE49-F238E27FC236}">
                <a16:creationId xmlns:a16="http://schemas.microsoft.com/office/drawing/2014/main" id="{E6B1582C-0F74-4406-A6CD-8B124D087821}"/>
              </a:ext>
            </a:extLst>
          </p:cNvPr>
          <p:cNvSpPr txBox="1"/>
          <p:nvPr/>
        </p:nvSpPr>
        <p:spPr>
          <a:xfrm>
            <a:off x="7847862" y="6180560"/>
            <a:ext cx="1420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>
                <a:solidFill>
                  <a:srgbClr val="FF0000"/>
                </a:solidFill>
              </a:rPr>
              <a:t>VER PLANTA</a:t>
            </a:r>
            <a:endParaRPr lang="en-US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233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B043A-37EF-44C8-B34A-EBB12D124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Planta </a:t>
            </a:r>
            <a:r>
              <a:rPr lang="en-US" sz="4000" b="1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Térreo</a:t>
            </a:r>
          </a:p>
        </p:txBody>
      </p:sp>
      <p:pic>
        <p:nvPicPr>
          <p:cNvPr id="11" name="Picture 10" descr="A white rectangular object with black lines&#10;&#10;Description automatically generated">
            <a:extLst>
              <a:ext uri="{FF2B5EF4-FFF2-40B4-BE49-F238E27FC236}">
                <a16:creationId xmlns:a16="http://schemas.microsoft.com/office/drawing/2014/main" id="{2DB89325-235B-43EB-8E2F-5F1F5E1C1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1655276"/>
            <a:ext cx="12192000" cy="4779332"/>
          </a:xfrm>
          <a:prstGeom prst="rect">
            <a:avLst/>
          </a:prstGeom>
        </p:spPr>
      </p:pic>
      <p:sp>
        <p:nvSpPr>
          <p:cNvPr id="6" name="TextBox 5">
            <a:hlinkClick r:id="rId3" action="ppaction://hlinksldjump"/>
            <a:extLst>
              <a:ext uri="{FF2B5EF4-FFF2-40B4-BE49-F238E27FC236}">
                <a16:creationId xmlns:a16="http://schemas.microsoft.com/office/drawing/2014/main" id="{3388A46E-605F-4BE2-9926-6838CDFB422A}"/>
              </a:ext>
            </a:extLst>
          </p:cNvPr>
          <p:cNvSpPr txBox="1"/>
          <p:nvPr/>
        </p:nvSpPr>
        <p:spPr>
          <a:xfrm>
            <a:off x="251928" y="4727376"/>
            <a:ext cx="84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>
                <a:solidFill>
                  <a:srgbClr val="FF0000"/>
                </a:solidFill>
              </a:rPr>
              <a:t>SUBIR</a:t>
            </a:r>
            <a:endParaRPr lang="en-US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738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F38BE4-C2C5-407D-9A4B-29A6D14DA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Planta </a:t>
            </a:r>
            <a:r>
              <a:rPr lang="en-US" sz="4000" b="1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Cima</a:t>
            </a:r>
          </a:p>
        </p:txBody>
      </p:sp>
      <p:pic>
        <p:nvPicPr>
          <p:cNvPr id="11" name="Picture 10" descr="A white rectangular object with black lines&#10;&#10;Description automatically generated">
            <a:extLst>
              <a:ext uri="{FF2B5EF4-FFF2-40B4-BE49-F238E27FC236}">
                <a16:creationId xmlns:a16="http://schemas.microsoft.com/office/drawing/2014/main" id="{9F11544D-5750-4DDC-86CF-76BA192D1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2103928"/>
            <a:ext cx="12192000" cy="4353711"/>
          </a:xfrm>
          <a:prstGeom prst="rect">
            <a:avLst/>
          </a:prstGeom>
        </p:spPr>
      </p:pic>
      <p:sp>
        <p:nvSpPr>
          <p:cNvPr id="6" name="TextBox 5">
            <a:hlinkClick r:id="rId3" action="ppaction://hlinksldjump"/>
            <a:extLst>
              <a:ext uri="{FF2B5EF4-FFF2-40B4-BE49-F238E27FC236}">
                <a16:creationId xmlns:a16="http://schemas.microsoft.com/office/drawing/2014/main" id="{D4F8AAEF-CD5F-41FF-A43A-160405AF12DA}"/>
              </a:ext>
            </a:extLst>
          </p:cNvPr>
          <p:cNvSpPr txBox="1"/>
          <p:nvPr/>
        </p:nvSpPr>
        <p:spPr>
          <a:xfrm>
            <a:off x="223936" y="2748365"/>
            <a:ext cx="9640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u="sng" dirty="0">
                <a:solidFill>
                  <a:srgbClr val="FF0000"/>
                </a:solidFill>
              </a:rPr>
              <a:t>DESCER</a:t>
            </a:r>
            <a:endParaRPr lang="en-US" sz="1500" b="1" u="sng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hlinkClick r:id="rId4" action="ppaction://hlinksldjump"/>
            <a:extLst>
              <a:ext uri="{FF2B5EF4-FFF2-40B4-BE49-F238E27FC236}">
                <a16:creationId xmlns:a16="http://schemas.microsoft.com/office/drawing/2014/main" id="{BAC3FEE5-C50A-4DA5-8BDA-1E9E8892EB50}"/>
              </a:ext>
            </a:extLst>
          </p:cNvPr>
          <p:cNvSpPr txBox="1"/>
          <p:nvPr/>
        </p:nvSpPr>
        <p:spPr>
          <a:xfrm>
            <a:off x="6908400" y="3878424"/>
            <a:ext cx="203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u="sng" dirty="0">
                <a:solidFill>
                  <a:srgbClr val="FF0000"/>
                </a:solidFill>
              </a:rPr>
              <a:t>IR PARA O QUARTO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672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EF6C7-B1EE-4555-BA0F-286A7E87D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Quarto Único</a:t>
            </a: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Guilherme e Pietro</a:t>
            </a:r>
          </a:p>
        </p:txBody>
      </p:sp>
      <p:pic>
        <p:nvPicPr>
          <p:cNvPr id="5" name="Picture 4" descr="A diagram of a building&#10;&#10;Description automatically generated">
            <a:extLst>
              <a:ext uri="{FF2B5EF4-FFF2-40B4-BE49-F238E27FC236}">
                <a16:creationId xmlns:a16="http://schemas.microsoft.com/office/drawing/2014/main" id="{33E61985-62EC-4B41-99E5-A507C84AD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261" y="1966293"/>
            <a:ext cx="6849476" cy="4452160"/>
          </a:xfrm>
          <a:prstGeom prst="rect">
            <a:avLst/>
          </a:prstGeom>
        </p:spPr>
      </p:pic>
      <p:sp>
        <p:nvSpPr>
          <p:cNvPr id="6" name="TextBox 5">
            <a:hlinkClick r:id="rId3" action="ppaction://hlinksldjump"/>
            <a:extLst>
              <a:ext uri="{FF2B5EF4-FFF2-40B4-BE49-F238E27FC236}">
                <a16:creationId xmlns:a16="http://schemas.microsoft.com/office/drawing/2014/main" id="{EB8BE212-160C-4855-9FD0-9645C1B04082}"/>
              </a:ext>
            </a:extLst>
          </p:cNvPr>
          <p:cNvSpPr txBox="1"/>
          <p:nvPr/>
        </p:nvSpPr>
        <p:spPr>
          <a:xfrm>
            <a:off x="4506686" y="6348238"/>
            <a:ext cx="1059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>
                <a:solidFill>
                  <a:srgbClr val="FF0000"/>
                </a:solidFill>
              </a:rPr>
              <a:t>VOLTAR</a:t>
            </a:r>
            <a:endParaRPr lang="en-US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22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Frente da Casa</vt:lpstr>
      <vt:lpstr>Planta Térreo</vt:lpstr>
      <vt:lpstr>Planta Cima</vt:lpstr>
      <vt:lpstr>Quarto Único – Guilherme e Pietro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Frente da Casa</dc:title>
  <dc:creator>GUILHERME BEZERRA DE JESUS</dc:creator>
  <cp:lastModifiedBy>GUILHERME BEZERRA DE JESUS</cp:lastModifiedBy>
  <cp:revision>4</cp:revision>
  <dcterms:created xsi:type="dcterms:W3CDTF">2024-09-28T19:54:04Z</dcterms:created>
  <dcterms:modified xsi:type="dcterms:W3CDTF">2024-09-28T20:29:27Z</dcterms:modified>
</cp:coreProperties>
</file>